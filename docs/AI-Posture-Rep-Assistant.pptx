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914400"/>
            <a:ext cx="5029200" cy="5029200"/>
          </a:xfrm>
          <a:prstGeom prst="ellipse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1188720"/>
            <a:ext cx="4480560" cy="4480560"/>
          </a:xfrm>
          <a:prstGeom prst="ellipse">
            <a:avLst/>
          </a:prstGeom>
          <a:solidFill>
            <a:srgbClr val="0A2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AI Posture Rep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FF"/>
                </a:solidFill>
              </a:rPr>
              <a:t>Multi-Agent Workout Tracker  |  Squat Rep Counting &amp; Posture Coaching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72237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📷  Real-time computer vision via MediaPipe (30 FPS)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🤖  4-agent hybrid edge-cloud AI architecture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🔊  Live voice coaching with pyttsx3 (offline)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🌐  Browser control panel via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03520" cy="512064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A00"/>
                </a:solidFill>
              </a:rPr>
              <a:t>❌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Solo gym-goers have no coach to count reps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Poor squat form leads to knee &amp; back injuries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Personal trainers are expensive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Existing apps give generic, delayed feedback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No affordable real-time AI coaching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05840"/>
            <a:ext cx="5394960" cy="51206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5A"/>
                </a:solidFill>
              </a:rPr>
              <a:t>✅  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Automated rep counting via MediaPipe pose tracking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Biomechanical spine-angle fault detection (&gt;15° / 2s)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AI form audit snapshots sent to GPT-4o vision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GPT-4o-mini personalised post-workout summaries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Local pyttsx3 voice coaching — no API cost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• Flask browser panel: start / pause / stop / quit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1089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Multi-Agent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68680"/>
            <a:ext cx="2743200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886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📷  Webcam @ 30 FPS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2606040" cy="32004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Agent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574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Vision &amp; Tracking
(Local – Edge)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Libs: opencv  ·  mediapipe  ·  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3756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Rep FSM  |  Spine angle  |  Pose landmarks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2606040" cy="3200400"/>
          </a:xfrm>
          <a:prstGeom prst="rect">
            <a:avLst/>
          </a:prstGeom>
          <a:solidFill>
            <a:srgbClr val="5A0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737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Agent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574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Form Audit
(Cloud – GPT-4o)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Libs: openai  ·  base64  ·  cv2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33756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JPEG snapshot → GPT-4o visual diagnosis
~$0.0025/call  |  max 2×/session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645920"/>
            <a:ext cx="2606040" cy="3200400"/>
          </a:xfrm>
          <a:prstGeom prst="rect">
            <a:avLst/>
          </a:prstGeom>
          <a:solidFill>
            <a:srgbClr val="007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737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Agent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0574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Fitness Coach
(Cloud – GPT-4o-mini)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Libs: openai  · 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33756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MET calorie calc  |  Post-workout summary
~$0.0001/session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1645920"/>
            <a:ext cx="2606040" cy="3200400"/>
          </a:xfrm>
          <a:prstGeom prst="rect">
            <a:avLst/>
          </a:prstGeom>
          <a:solidFill>
            <a:srgbClr val="B5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737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Agent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0574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Voice Agent
(Local – pyttsx3)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Libs: pyttsx3  ·  queue  ·  threading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33756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Priority TTS queue  |  Rep milestones
Posture alerts  |  $0.00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983480"/>
            <a:ext cx="11548872" cy="594360"/>
          </a:xfrm>
          <a:prstGeom prst="rect">
            <a:avLst/>
          </a:prstGeom>
          <a:solidFill>
            <a:srgbClr val="0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47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5A"/>
                </a:solidFill>
              </a:rPr>
              <a:t>OUTPUT:  Annotated video feed  ·  Live stats overlay  ·  Voice coaching  ·  Post-workout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Edge (local, free)   |   Cloud (OpenAI API)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the App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148840" cy="41148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Copy .env.example → .env
Set CAMERA_INDEX, weight,
fitness goal, MET value
(OPENAI_API_KEY 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914400"/>
            <a:ext cx="2148840" cy="4114800"/>
          </a:xfrm>
          <a:prstGeom prst="rect">
            <a:avLst/>
          </a:prstGeom>
          <a:solidFill>
            <a:srgbClr val="5A0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051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5740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uv run python -m webapp.app
Open http://localhost:5000
or run main.py for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914400"/>
            <a:ext cx="2148840" cy="4114800"/>
          </a:xfrm>
          <a:prstGeom prst="rect">
            <a:avLst/>
          </a:prstGeom>
          <a:solidFill>
            <a:srgbClr val="007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051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5740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Press ▶ Start
MediaPipe detects 33 body
keypoints at 30 FPS
Rep FSM counts squats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914400"/>
            <a:ext cx="2148840" cy="4114800"/>
          </a:xfrm>
          <a:prstGeom prst="rect">
            <a:avLst/>
          </a:prstGeom>
          <a:solidFill>
            <a:srgbClr val="B5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051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05740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Spine angle &gt;15° for &gt;2s
triggers snapshot to GPT-4o
Visual diagnosis returned
(max 2 calls / session)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914400"/>
            <a:ext cx="2148840" cy="4114800"/>
          </a:xfrm>
          <a:prstGeom prst="rect">
            <a:avLst/>
          </a:prstGeom>
          <a:solidFill>
            <a:srgbClr val="7A0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051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05740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Press ⏹ Stop
GPT-4o-mini synthesises
metrics + audit notes
into personalised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3492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85A"/>
                </a:solidFill>
              </a:rPr>
              <a:t>Voice feedback (pyttsx3) runs throughout — rep milestones, posture alerts, form corrections, and session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 &amp;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6858000" cy="521208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Language: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417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Python 3.11+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Video pipeline: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9202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opencv-python  – webcam capture &amp; HUD drawing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Pose detection: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4231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mediapipe 0.10.9  – 33 3D keypoints @ 30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Math: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926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numpy  – vector dot-product joint-angle calc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AI coaching: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4290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openai SDK  – GPT-4o vision + GPT-4o-mini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Voice: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931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pyttsx3  – offline TTS, priority queue, threading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Web UI: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4348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Flask  – MJPEG stream, REST API, control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37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Testing: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9377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pytest + pytest-cov  – 89 tests, 77%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868680"/>
            <a:ext cx="4297680" cy="521208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960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A"/>
                </a:solidFill>
              </a:rPr>
              <a:t>Key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417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passing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19659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77%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code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514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30 FPS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local pose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0632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$0.00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108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voice agent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6118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~$0.005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total API cost / 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1605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2s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206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posture fault detection lag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4709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754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specialist AI 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52578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video processing 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2636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Open-source · runs on CPU · no cloud subscription required for core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